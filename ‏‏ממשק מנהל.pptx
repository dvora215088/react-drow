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סגנון ביניים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74" d="100"/>
          <a:sy n="74" d="100"/>
        </p:scale>
        <p:origin x="101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504EDF8-400B-3742-4EB7-4759AF170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1FF82546-1D5B-201D-7259-0338195C7A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B350C48-1161-3F3B-3803-805FC73BF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ג'/אדר/תשפ"ה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0B13D36-8E27-55FB-7A2F-EC958B4A5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3679853-7351-DACE-0B0B-5DFC73B3B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426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1AA5862-1F86-D4E8-4021-BCB1D898A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969123A-ED2F-9B95-88FA-5E9425E4C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11AF677-16AC-3C24-FDE1-D221DE3BA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ג'/אדר/תשפ"ה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83B5CC1-DB01-7DEB-BA98-23372C60F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E4CEC37-92B7-4BBD-8271-740B884C0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44683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94DC12E-A237-C288-C23A-F1771E909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F75FEDF-1E76-0E05-4F08-8DBA9A2DB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B4CAABC-F587-A20F-C4DB-0E4F2181B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ג'/אדר/תשפ"ה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2CBAC0A-29AE-7313-7A2D-D32FD10A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9DC4A4A-2F6A-64BD-6857-FD18E81A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16346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9180BB8-EF71-8C5C-1934-C7D09E882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7E9D663-364E-BA5E-1A9A-01247AAE3A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D67557B-F655-8E73-9E3E-4DF5FCE2F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A2A7928-8F97-7D2C-180C-0BCD99086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ג'/אדר/תשפ"ה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652AE57-D40F-B0DC-F8BD-0901C2DBE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4046A43-9607-DEDB-5710-F54BA6197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4740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ADCA5EE-CADF-BCA9-B655-ADA134C8B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CF5B182-0914-994E-FE5E-CC9AC5D6C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6825BDF-03EE-244C-A432-7A50DE4C5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102B0902-D3CC-E384-9390-B63631BD12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7E2E0C2F-8427-0FF2-B206-E78CD8FA80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3C1B8792-4E42-466B-7E1C-44CEB9B3A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ג'/אדר/תשפ"ה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AB7DD0E0-3FB3-AC4B-9FCB-B977CCD64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8DDC3494-CE96-DCBC-3DFF-B1AA33A62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6980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1B6103-5230-623D-2AA6-D81B8C01A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59C99170-4AF2-F659-3DF8-298822DF0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ג'/אדר/תשפ"ה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BFB6E9AC-92F4-8EA2-773D-B9B5D9190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6F64211-4FD1-C880-EC0A-F675E0DF3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64258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6499574F-F0C3-EB19-BAD0-09FB43243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ג'/אדר/תשפ"ה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04EA1363-0895-A087-0634-0347AADD2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41ED634-7AA6-D1F1-7214-E58AFA9C1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73476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672BB6E-5336-7425-DE9C-6F20527EF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D66148B-184A-A447-41FA-68135D7CF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0EA8FFE-CD1A-E2BF-38C8-A0CEF9007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58F82EB-84B0-99F6-E636-891AD583B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ג'/אדר/תשפ"ה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8BD8999-9A7C-731E-633A-7283FBD82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CB84123-859F-0664-FB0E-C3DA6B9E8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12430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7783078-EBEF-7E9B-3A4D-478865AAA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8990106-4079-A1C3-A409-E0154F7A74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0A1B829-F4F5-3EB4-68E4-A5937AA8F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7C8A398-3EF2-34DA-D9D1-2D397B963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ג'/אדר/תשפ"ה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7595E7E-9B83-C364-8F87-20A1C8B68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67B962A-D59B-8F1C-2009-C52AA2A9C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07261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6638879-DE6B-C352-F7DD-DEB747CB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CF5E0BA-5278-7926-43B0-BBEA2DEB2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248C96E-9B2A-DA69-0227-6A49E18A8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ג'/אדר/תשפ"ה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8756C35-0636-57DD-071D-A23F7C2CA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636A783-BEB3-88E9-CA10-70E62AC5C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95283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BC4E3467-786A-209E-CCCB-75549A573A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6880F028-BBEA-5BA5-2F0A-17857BBBAA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4194212-3357-E8E5-9E0F-8A40AAB6E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A49EB-7154-4A46-A8E3-5ED4C3291946}" type="datetimeFigureOut">
              <a:rPr lang="he-IL" smtClean="0"/>
              <a:t>ג'/אדר/תשפ"ה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4857DDA-7826-AC06-E497-7AB10EA1D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3B6CA13-A2E0-8C83-6B68-13F06BDE5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02874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2644E373-D020-D7C1-6444-F168791B4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E1C7440-AEC5-862C-80FE-5F20AAD26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483464D-1611-1A46-47E5-BD5176F373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A49EB-7154-4A46-A8E3-5ED4C3291946}" type="datetimeFigureOut">
              <a:rPr lang="he-IL" smtClean="0"/>
              <a:t>ג'/אדר/תשפ"ה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4EECE15-498F-C29F-E60A-0B105C89C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13FF9DF-CD79-74EC-BBC5-BDF07333F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4A545-3D46-4909-BDDB-D420B3B01B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3144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3607B575-8979-7F85-C4B0-8B20FBCCE518}"/>
              </a:ext>
            </a:extLst>
          </p:cNvPr>
          <p:cNvSpPr/>
          <p:nvPr/>
        </p:nvSpPr>
        <p:spPr>
          <a:xfrm>
            <a:off x="126423" y="-46029"/>
            <a:ext cx="11939154" cy="6670964"/>
          </a:xfrm>
          <a:prstGeom prst="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AE17D82B-451A-62A2-86AF-BCE67A01D0D3}"/>
              </a:ext>
            </a:extLst>
          </p:cNvPr>
          <p:cNvSpPr/>
          <p:nvPr/>
        </p:nvSpPr>
        <p:spPr>
          <a:xfrm>
            <a:off x="1736482" y="2967335"/>
            <a:ext cx="87190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מסך התחברות- ממשק משתמש</a:t>
            </a:r>
            <a:endParaRPr lang="he-IL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33180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3607B575-8979-7F85-C4B0-8B20FBCCE518}"/>
              </a:ext>
            </a:extLst>
          </p:cNvPr>
          <p:cNvSpPr/>
          <p:nvPr/>
        </p:nvSpPr>
        <p:spPr>
          <a:xfrm>
            <a:off x="126423" y="-46029"/>
            <a:ext cx="11939154" cy="6670964"/>
          </a:xfrm>
          <a:prstGeom prst="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AE17D82B-451A-62A2-86AF-BCE67A01D0D3}"/>
              </a:ext>
            </a:extLst>
          </p:cNvPr>
          <p:cNvSpPr/>
          <p:nvPr/>
        </p:nvSpPr>
        <p:spPr>
          <a:xfrm>
            <a:off x="3623596" y="754072"/>
            <a:ext cx="46746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מסך ניהול ציורים</a:t>
            </a:r>
            <a:endParaRPr lang="he-IL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8091DD8A-D8C5-D66F-4497-C55A696DEDF9}"/>
              </a:ext>
            </a:extLst>
          </p:cNvPr>
          <p:cNvSpPr/>
          <p:nvPr/>
        </p:nvSpPr>
        <p:spPr>
          <a:xfrm>
            <a:off x="570981" y="1782771"/>
            <a:ext cx="3034145" cy="3480954"/>
          </a:xfrm>
          <a:custGeom>
            <a:avLst/>
            <a:gdLst>
              <a:gd name="connsiteX0" fmla="*/ 0 w 3034145"/>
              <a:gd name="connsiteY0" fmla="*/ 0 h 3480954"/>
              <a:gd name="connsiteX1" fmla="*/ 536032 w 3034145"/>
              <a:gd name="connsiteY1" fmla="*/ 0 h 3480954"/>
              <a:gd name="connsiteX2" fmla="*/ 1011382 w 3034145"/>
              <a:gd name="connsiteY2" fmla="*/ 0 h 3480954"/>
              <a:gd name="connsiteX3" fmla="*/ 1486731 w 3034145"/>
              <a:gd name="connsiteY3" fmla="*/ 0 h 3480954"/>
              <a:gd name="connsiteX4" fmla="*/ 1992422 w 3034145"/>
              <a:gd name="connsiteY4" fmla="*/ 0 h 3480954"/>
              <a:gd name="connsiteX5" fmla="*/ 2558796 w 3034145"/>
              <a:gd name="connsiteY5" fmla="*/ 0 h 3480954"/>
              <a:gd name="connsiteX6" fmla="*/ 3034145 w 3034145"/>
              <a:gd name="connsiteY6" fmla="*/ 0 h 3480954"/>
              <a:gd name="connsiteX7" fmla="*/ 3034145 w 3034145"/>
              <a:gd name="connsiteY7" fmla="*/ 510540 h 3480954"/>
              <a:gd name="connsiteX8" fmla="*/ 3034145 w 3034145"/>
              <a:gd name="connsiteY8" fmla="*/ 1125508 h 3480954"/>
              <a:gd name="connsiteX9" fmla="*/ 3034145 w 3034145"/>
              <a:gd name="connsiteY9" fmla="*/ 1705667 h 3480954"/>
              <a:gd name="connsiteX10" fmla="*/ 3034145 w 3034145"/>
              <a:gd name="connsiteY10" fmla="*/ 2181398 h 3480954"/>
              <a:gd name="connsiteX11" fmla="*/ 3034145 w 3034145"/>
              <a:gd name="connsiteY11" fmla="*/ 2831176 h 3480954"/>
              <a:gd name="connsiteX12" fmla="*/ 3034145 w 3034145"/>
              <a:gd name="connsiteY12" fmla="*/ 3480954 h 3480954"/>
              <a:gd name="connsiteX13" fmla="*/ 2467771 w 3034145"/>
              <a:gd name="connsiteY13" fmla="*/ 3480954 h 3480954"/>
              <a:gd name="connsiteX14" fmla="*/ 1931739 w 3034145"/>
              <a:gd name="connsiteY14" fmla="*/ 3480954 h 3480954"/>
              <a:gd name="connsiteX15" fmla="*/ 1426048 w 3034145"/>
              <a:gd name="connsiteY15" fmla="*/ 3480954 h 3480954"/>
              <a:gd name="connsiteX16" fmla="*/ 890016 w 3034145"/>
              <a:gd name="connsiteY16" fmla="*/ 3480954 h 3480954"/>
              <a:gd name="connsiteX17" fmla="*/ 0 w 3034145"/>
              <a:gd name="connsiteY17" fmla="*/ 3480954 h 3480954"/>
              <a:gd name="connsiteX18" fmla="*/ 0 w 3034145"/>
              <a:gd name="connsiteY18" fmla="*/ 2900795 h 3480954"/>
              <a:gd name="connsiteX19" fmla="*/ 0 w 3034145"/>
              <a:gd name="connsiteY19" fmla="*/ 2285826 h 3480954"/>
              <a:gd name="connsiteX20" fmla="*/ 0 w 3034145"/>
              <a:gd name="connsiteY20" fmla="*/ 1810096 h 3480954"/>
              <a:gd name="connsiteX21" fmla="*/ 0 w 3034145"/>
              <a:gd name="connsiteY21" fmla="*/ 1264747 h 3480954"/>
              <a:gd name="connsiteX22" fmla="*/ 0 w 3034145"/>
              <a:gd name="connsiteY22" fmla="*/ 754207 h 3480954"/>
              <a:gd name="connsiteX23" fmla="*/ 0 w 3034145"/>
              <a:gd name="connsiteY23" fmla="*/ 0 h 3480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034145" h="3480954" fill="none" extrusionOk="0">
                <a:moveTo>
                  <a:pt x="0" y="0"/>
                </a:moveTo>
                <a:cubicBezTo>
                  <a:pt x="222149" y="-27865"/>
                  <a:pt x="289076" y="59198"/>
                  <a:pt x="536032" y="0"/>
                </a:cubicBezTo>
                <a:cubicBezTo>
                  <a:pt x="782988" y="-59198"/>
                  <a:pt x="915784" y="39426"/>
                  <a:pt x="1011382" y="0"/>
                </a:cubicBezTo>
                <a:cubicBezTo>
                  <a:pt x="1106980" y="-39426"/>
                  <a:pt x="1253772" y="13756"/>
                  <a:pt x="1486731" y="0"/>
                </a:cubicBezTo>
                <a:cubicBezTo>
                  <a:pt x="1719690" y="-13756"/>
                  <a:pt x="1873361" y="12713"/>
                  <a:pt x="1992422" y="0"/>
                </a:cubicBezTo>
                <a:cubicBezTo>
                  <a:pt x="2111483" y="-12713"/>
                  <a:pt x="2396713" y="11174"/>
                  <a:pt x="2558796" y="0"/>
                </a:cubicBezTo>
                <a:cubicBezTo>
                  <a:pt x="2720879" y="-11174"/>
                  <a:pt x="2816019" y="40784"/>
                  <a:pt x="3034145" y="0"/>
                </a:cubicBezTo>
                <a:cubicBezTo>
                  <a:pt x="3086957" y="122619"/>
                  <a:pt x="3004153" y="260731"/>
                  <a:pt x="3034145" y="510540"/>
                </a:cubicBezTo>
                <a:cubicBezTo>
                  <a:pt x="3064137" y="760349"/>
                  <a:pt x="3010892" y="873392"/>
                  <a:pt x="3034145" y="1125508"/>
                </a:cubicBezTo>
                <a:cubicBezTo>
                  <a:pt x="3057398" y="1377624"/>
                  <a:pt x="3025962" y="1487651"/>
                  <a:pt x="3034145" y="1705667"/>
                </a:cubicBezTo>
                <a:cubicBezTo>
                  <a:pt x="3042328" y="1923683"/>
                  <a:pt x="3017903" y="1959134"/>
                  <a:pt x="3034145" y="2181398"/>
                </a:cubicBezTo>
                <a:cubicBezTo>
                  <a:pt x="3050387" y="2403662"/>
                  <a:pt x="2969448" y="2617400"/>
                  <a:pt x="3034145" y="2831176"/>
                </a:cubicBezTo>
                <a:cubicBezTo>
                  <a:pt x="3098842" y="3044952"/>
                  <a:pt x="3005400" y="3338390"/>
                  <a:pt x="3034145" y="3480954"/>
                </a:cubicBezTo>
                <a:cubicBezTo>
                  <a:pt x="2862387" y="3484587"/>
                  <a:pt x="2722616" y="3473844"/>
                  <a:pt x="2467771" y="3480954"/>
                </a:cubicBezTo>
                <a:cubicBezTo>
                  <a:pt x="2212926" y="3488064"/>
                  <a:pt x="2136520" y="3470851"/>
                  <a:pt x="1931739" y="3480954"/>
                </a:cubicBezTo>
                <a:cubicBezTo>
                  <a:pt x="1726958" y="3491057"/>
                  <a:pt x="1583598" y="3437238"/>
                  <a:pt x="1426048" y="3480954"/>
                </a:cubicBezTo>
                <a:cubicBezTo>
                  <a:pt x="1268498" y="3524670"/>
                  <a:pt x="1121060" y="3452223"/>
                  <a:pt x="890016" y="3480954"/>
                </a:cubicBezTo>
                <a:cubicBezTo>
                  <a:pt x="658972" y="3509685"/>
                  <a:pt x="383182" y="3450552"/>
                  <a:pt x="0" y="3480954"/>
                </a:cubicBezTo>
                <a:cubicBezTo>
                  <a:pt x="-37294" y="3348061"/>
                  <a:pt x="48749" y="3185733"/>
                  <a:pt x="0" y="2900795"/>
                </a:cubicBezTo>
                <a:cubicBezTo>
                  <a:pt x="-48749" y="2615857"/>
                  <a:pt x="35703" y="2516902"/>
                  <a:pt x="0" y="2285826"/>
                </a:cubicBezTo>
                <a:cubicBezTo>
                  <a:pt x="-35703" y="2054750"/>
                  <a:pt x="12162" y="2028149"/>
                  <a:pt x="0" y="1810096"/>
                </a:cubicBezTo>
                <a:cubicBezTo>
                  <a:pt x="-12162" y="1592043"/>
                  <a:pt x="25341" y="1403901"/>
                  <a:pt x="0" y="1264747"/>
                </a:cubicBezTo>
                <a:cubicBezTo>
                  <a:pt x="-25341" y="1125593"/>
                  <a:pt x="24769" y="981259"/>
                  <a:pt x="0" y="754207"/>
                </a:cubicBezTo>
                <a:cubicBezTo>
                  <a:pt x="-24769" y="527155"/>
                  <a:pt x="36240" y="347801"/>
                  <a:pt x="0" y="0"/>
                </a:cubicBezTo>
                <a:close/>
              </a:path>
              <a:path w="3034145" h="3480954" stroke="0" extrusionOk="0">
                <a:moveTo>
                  <a:pt x="0" y="0"/>
                </a:moveTo>
                <a:cubicBezTo>
                  <a:pt x="148326" y="-30620"/>
                  <a:pt x="257859" y="9207"/>
                  <a:pt x="445008" y="0"/>
                </a:cubicBezTo>
                <a:cubicBezTo>
                  <a:pt x="632157" y="-9207"/>
                  <a:pt x="780290" y="47352"/>
                  <a:pt x="920357" y="0"/>
                </a:cubicBezTo>
                <a:cubicBezTo>
                  <a:pt x="1060424" y="-47352"/>
                  <a:pt x="1173379" y="40365"/>
                  <a:pt x="1395707" y="0"/>
                </a:cubicBezTo>
                <a:cubicBezTo>
                  <a:pt x="1618035" y="-40365"/>
                  <a:pt x="1783757" y="5641"/>
                  <a:pt x="1931739" y="0"/>
                </a:cubicBezTo>
                <a:cubicBezTo>
                  <a:pt x="2079721" y="-5641"/>
                  <a:pt x="2229027" y="69"/>
                  <a:pt x="2376747" y="0"/>
                </a:cubicBezTo>
                <a:cubicBezTo>
                  <a:pt x="2524467" y="-69"/>
                  <a:pt x="2889988" y="27284"/>
                  <a:pt x="3034145" y="0"/>
                </a:cubicBezTo>
                <a:cubicBezTo>
                  <a:pt x="3068757" y="164640"/>
                  <a:pt x="3027698" y="293535"/>
                  <a:pt x="3034145" y="475730"/>
                </a:cubicBezTo>
                <a:cubicBezTo>
                  <a:pt x="3040592" y="657925"/>
                  <a:pt x="2996254" y="852579"/>
                  <a:pt x="3034145" y="1055889"/>
                </a:cubicBezTo>
                <a:cubicBezTo>
                  <a:pt x="3072036" y="1259199"/>
                  <a:pt x="2979635" y="1440125"/>
                  <a:pt x="3034145" y="1705667"/>
                </a:cubicBezTo>
                <a:cubicBezTo>
                  <a:pt x="3088655" y="1971209"/>
                  <a:pt x="3025176" y="2030777"/>
                  <a:pt x="3034145" y="2355446"/>
                </a:cubicBezTo>
                <a:cubicBezTo>
                  <a:pt x="3043114" y="2680115"/>
                  <a:pt x="3012463" y="2781568"/>
                  <a:pt x="3034145" y="2935605"/>
                </a:cubicBezTo>
                <a:cubicBezTo>
                  <a:pt x="3055827" y="3089642"/>
                  <a:pt x="2983865" y="3322321"/>
                  <a:pt x="3034145" y="3480954"/>
                </a:cubicBezTo>
                <a:cubicBezTo>
                  <a:pt x="2819063" y="3496125"/>
                  <a:pt x="2736896" y="3460842"/>
                  <a:pt x="2498113" y="3480954"/>
                </a:cubicBezTo>
                <a:cubicBezTo>
                  <a:pt x="2259330" y="3501066"/>
                  <a:pt x="2133694" y="3422533"/>
                  <a:pt x="1931739" y="3480954"/>
                </a:cubicBezTo>
                <a:cubicBezTo>
                  <a:pt x="1729784" y="3539375"/>
                  <a:pt x="1530788" y="3477020"/>
                  <a:pt x="1426048" y="3480954"/>
                </a:cubicBezTo>
                <a:cubicBezTo>
                  <a:pt x="1321308" y="3484888"/>
                  <a:pt x="1126072" y="3478353"/>
                  <a:pt x="1011382" y="3480954"/>
                </a:cubicBezTo>
                <a:cubicBezTo>
                  <a:pt x="896692" y="3483555"/>
                  <a:pt x="680175" y="3431851"/>
                  <a:pt x="475349" y="3480954"/>
                </a:cubicBezTo>
                <a:cubicBezTo>
                  <a:pt x="270523" y="3530057"/>
                  <a:pt x="171602" y="3447950"/>
                  <a:pt x="0" y="3480954"/>
                </a:cubicBezTo>
                <a:cubicBezTo>
                  <a:pt x="-506" y="3329843"/>
                  <a:pt x="50094" y="3153470"/>
                  <a:pt x="0" y="2970414"/>
                </a:cubicBezTo>
                <a:cubicBezTo>
                  <a:pt x="-50094" y="2787358"/>
                  <a:pt x="25108" y="2623752"/>
                  <a:pt x="0" y="2494684"/>
                </a:cubicBezTo>
                <a:cubicBezTo>
                  <a:pt x="-25108" y="2365616"/>
                  <a:pt x="14179" y="2099487"/>
                  <a:pt x="0" y="1879715"/>
                </a:cubicBezTo>
                <a:cubicBezTo>
                  <a:pt x="-14179" y="1659943"/>
                  <a:pt x="47148" y="1535854"/>
                  <a:pt x="0" y="1403985"/>
                </a:cubicBezTo>
                <a:cubicBezTo>
                  <a:pt x="-47148" y="1272116"/>
                  <a:pt x="31518" y="1015139"/>
                  <a:pt x="0" y="754207"/>
                </a:cubicBezTo>
                <a:cubicBezTo>
                  <a:pt x="-31518" y="493275"/>
                  <a:pt x="87163" y="255043"/>
                  <a:pt x="0" y="0"/>
                </a:cubicBezTo>
                <a:close/>
              </a:path>
            </a:pathLst>
          </a:custGeom>
          <a:ln w="762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58262552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2175D099-C28B-BB96-333C-9AD7807DBAC2}"/>
              </a:ext>
            </a:extLst>
          </p:cNvPr>
          <p:cNvSpPr/>
          <p:nvPr/>
        </p:nvSpPr>
        <p:spPr>
          <a:xfrm>
            <a:off x="4318463" y="1818409"/>
            <a:ext cx="3034145" cy="3480954"/>
          </a:xfrm>
          <a:custGeom>
            <a:avLst/>
            <a:gdLst>
              <a:gd name="connsiteX0" fmla="*/ 0 w 3034145"/>
              <a:gd name="connsiteY0" fmla="*/ 0 h 3480954"/>
              <a:gd name="connsiteX1" fmla="*/ 536032 w 3034145"/>
              <a:gd name="connsiteY1" fmla="*/ 0 h 3480954"/>
              <a:gd name="connsiteX2" fmla="*/ 1011382 w 3034145"/>
              <a:gd name="connsiteY2" fmla="*/ 0 h 3480954"/>
              <a:gd name="connsiteX3" fmla="*/ 1486731 w 3034145"/>
              <a:gd name="connsiteY3" fmla="*/ 0 h 3480954"/>
              <a:gd name="connsiteX4" fmla="*/ 1992422 w 3034145"/>
              <a:gd name="connsiteY4" fmla="*/ 0 h 3480954"/>
              <a:gd name="connsiteX5" fmla="*/ 2558796 w 3034145"/>
              <a:gd name="connsiteY5" fmla="*/ 0 h 3480954"/>
              <a:gd name="connsiteX6" fmla="*/ 3034145 w 3034145"/>
              <a:gd name="connsiteY6" fmla="*/ 0 h 3480954"/>
              <a:gd name="connsiteX7" fmla="*/ 3034145 w 3034145"/>
              <a:gd name="connsiteY7" fmla="*/ 510540 h 3480954"/>
              <a:gd name="connsiteX8" fmla="*/ 3034145 w 3034145"/>
              <a:gd name="connsiteY8" fmla="*/ 1125508 h 3480954"/>
              <a:gd name="connsiteX9" fmla="*/ 3034145 w 3034145"/>
              <a:gd name="connsiteY9" fmla="*/ 1705667 h 3480954"/>
              <a:gd name="connsiteX10" fmla="*/ 3034145 w 3034145"/>
              <a:gd name="connsiteY10" fmla="*/ 2181398 h 3480954"/>
              <a:gd name="connsiteX11" fmla="*/ 3034145 w 3034145"/>
              <a:gd name="connsiteY11" fmla="*/ 2831176 h 3480954"/>
              <a:gd name="connsiteX12" fmla="*/ 3034145 w 3034145"/>
              <a:gd name="connsiteY12" fmla="*/ 3480954 h 3480954"/>
              <a:gd name="connsiteX13" fmla="*/ 2467771 w 3034145"/>
              <a:gd name="connsiteY13" fmla="*/ 3480954 h 3480954"/>
              <a:gd name="connsiteX14" fmla="*/ 1931739 w 3034145"/>
              <a:gd name="connsiteY14" fmla="*/ 3480954 h 3480954"/>
              <a:gd name="connsiteX15" fmla="*/ 1426048 w 3034145"/>
              <a:gd name="connsiteY15" fmla="*/ 3480954 h 3480954"/>
              <a:gd name="connsiteX16" fmla="*/ 890016 w 3034145"/>
              <a:gd name="connsiteY16" fmla="*/ 3480954 h 3480954"/>
              <a:gd name="connsiteX17" fmla="*/ 0 w 3034145"/>
              <a:gd name="connsiteY17" fmla="*/ 3480954 h 3480954"/>
              <a:gd name="connsiteX18" fmla="*/ 0 w 3034145"/>
              <a:gd name="connsiteY18" fmla="*/ 2900795 h 3480954"/>
              <a:gd name="connsiteX19" fmla="*/ 0 w 3034145"/>
              <a:gd name="connsiteY19" fmla="*/ 2285826 h 3480954"/>
              <a:gd name="connsiteX20" fmla="*/ 0 w 3034145"/>
              <a:gd name="connsiteY20" fmla="*/ 1810096 h 3480954"/>
              <a:gd name="connsiteX21" fmla="*/ 0 w 3034145"/>
              <a:gd name="connsiteY21" fmla="*/ 1264747 h 3480954"/>
              <a:gd name="connsiteX22" fmla="*/ 0 w 3034145"/>
              <a:gd name="connsiteY22" fmla="*/ 754207 h 3480954"/>
              <a:gd name="connsiteX23" fmla="*/ 0 w 3034145"/>
              <a:gd name="connsiteY23" fmla="*/ 0 h 3480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034145" h="3480954" fill="none" extrusionOk="0">
                <a:moveTo>
                  <a:pt x="0" y="0"/>
                </a:moveTo>
                <a:cubicBezTo>
                  <a:pt x="222149" y="-27865"/>
                  <a:pt x="289076" y="59198"/>
                  <a:pt x="536032" y="0"/>
                </a:cubicBezTo>
                <a:cubicBezTo>
                  <a:pt x="782988" y="-59198"/>
                  <a:pt x="915784" y="39426"/>
                  <a:pt x="1011382" y="0"/>
                </a:cubicBezTo>
                <a:cubicBezTo>
                  <a:pt x="1106980" y="-39426"/>
                  <a:pt x="1253772" y="13756"/>
                  <a:pt x="1486731" y="0"/>
                </a:cubicBezTo>
                <a:cubicBezTo>
                  <a:pt x="1719690" y="-13756"/>
                  <a:pt x="1873361" y="12713"/>
                  <a:pt x="1992422" y="0"/>
                </a:cubicBezTo>
                <a:cubicBezTo>
                  <a:pt x="2111483" y="-12713"/>
                  <a:pt x="2396713" y="11174"/>
                  <a:pt x="2558796" y="0"/>
                </a:cubicBezTo>
                <a:cubicBezTo>
                  <a:pt x="2720879" y="-11174"/>
                  <a:pt x="2816019" y="40784"/>
                  <a:pt x="3034145" y="0"/>
                </a:cubicBezTo>
                <a:cubicBezTo>
                  <a:pt x="3086957" y="122619"/>
                  <a:pt x="3004153" y="260731"/>
                  <a:pt x="3034145" y="510540"/>
                </a:cubicBezTo>
                <a:cubicBezTo>
                  <a:pt x="3064137" y="760349"/>
                  <a:pt x="3010892" y="873392"/>
                  <a:pt x="3034145" y="1125508"/>
                </a:cubicBezTo>
                <a:cubicBezTo>
                  <a:pt x="3057398" y="1377624"/>
                  <a:pt x="3025962" y="1487651"/>
                  <a:pt x="3034145" y="1705667"/>
                </a:cubicBezTo>
                <a:cubicBezTo>
                  <a:pt x="3042328" y="1923683"/>
                  <a:pt x="3017903" y="1959134"/>
                  <a:pt x="3034145" y="2181398"/>
                </a:cubicBezTo>
                <a:cubicBezTo>
                  <a:pt x="3050387" y="2403662"/>
                  <a:pt x="2969448" y="2617400"/>
                  <a:pt x="3034145" y="2831176"/>
                </a:cubicBezTo>
                <a:cubicBezTo>
                  <a:pt x="3098842" y="3044952"/>
                  <a:pt x="3005400" y="3338390"/>
                  <a:pt x="3034145" y="3480954"/>
                </a:cubicBezTo>
                <a:cubicBezTo>
                  <a:pt x="2862387" y="3484587"/>
                  <a:pt x="2722616" y="3473844"/>
                  <a:pt x="2467771" y="3480954"/>
                </a:cubicBezTo>
                <a:cubicBezTo>
                  <a:pt x="2212926" y="3488064"/>
                  <a:pt x="2136520" y="3470851"/>
                  <a:pt x="1931739" y="3480954"/>
                </a:cubicBezTo>
                <a:cubicBezTo>
                  <a:pt x="1726958" y="3491057"/>
                  <a:pt x="1583598" y="3437238"/>
                  <a:pt x="1426048" y="3480954"/>
                </a:cubicBezTo>
                <a:cubicBezTo>
                  <a:pt x="1268498" y="3524670"/>
                  <a:pt x="1121060" y="3452223"/>
                  <a:pt x="890016" y="3480954"/>
                </a:cubicBezTo>
                <a:cubicBezTo>
                  <a:pt x="658972" y="3509685"/>
                  <a:pt x="383182" y="3450552"/>
                  <a:pt x="0" y="3480954"/>
                </a:cubicBezTo>
                <a:cubicBezTo>
                  <a:pt x="-37294" y="3348061"/>
                  <a:pt x="48749" y="3185733"/>
                  <a:pt x="0" y="2900795"/>
                </a:cubicBezTo>
                <a:cubicBezTo>
                  <a:pt x="-48749" y="2615857"/>
                  <a:pt x="35703" y="2516902"/>
                  <a:pt x="0" y="2285826"/>
                </a:cubicBezTo>
                <a:cubicBezTo>
                  <a:pt x="-35703" y="2054750"/>
                  <a:pt x="12162" y="2028149"/>
                  <a:pt x="0" y="1810096"/>
                </a:cubicBezTo>
                <a:cubicBezTo>
                  <a:pt x="-12162" y="1592043"/>
                  <a:pt x="25341" y="1403901"/>
                  <a:pt x="0" y="1264747"/>
                </a:cubicBezTo>
                <a:cubicBezTo>
                  <a:pt x="-25341" y="1125593"/>
                  <a:pt x="24769" y="981259"/>
                  <a:pt x="0" y="754207"/>
                </a:cubicBezTo>
                <a:cubicBezTo>
                  <a:pt x="-24769" y="527155"/>
                  <a:pt x="36240" y="347801"/>
                  <a:pt x="0" y="0"/>
                </a:cubicBezTo>
                <a:close/>
              </a:path>
              <a:path w="3034145" h="3480954" stroke="0" extrusionOk="0">
                <a:moveTo>
                  <a:pt x="0" y="0"/>
                </a:moveTo>
                <a:cubicBezTo>
                  <a:pt x="148326" y="-30620"/>
                  <a:pt x="257859" y="9207"/>
                  <a:pt x="445008" y="0"/>
                </a:cubicBezTo>
                <a:cubicBezTo>
                  <a:pt x="632157" y="-9207"/>
                  <a:pt x="780290" y="47352"/>
                  <a:pt x="920357" y="0"/>
                </a:cubicBezTo>
                <a:cubicBezTo>
                  <a:pt x="1060424" y="-47352"/>
                  <a:pt x="1173379" y="40365"/>
                  <a:pt x="1395707" y="0"/>
                </a:cubicBezTo>
                <a:cubicBezTo>
                  <a:pt x="1618035" y="-40365"/>
                  <a:pt x="1783757" y="5641"/>
                  <a:pt x="1931739" y="0"/>
                </a:cubicBezTo>
                <a:cubicBezTo>
                  <a:pt x="2079721" y="-5641"/>
                  <a:pt x="2229027" y="69"/>
                  <a:pt x="2376747" y="0"/>
                </a:cubicBezTo>
                <a:cubicBezTo>
                  <a:pt x="2524467" y="-69"/>
                  <a:pt x="2889988" y="27284"/>
                  <a:pt x="3034145" y="0"/>
                </a:cubicBezTo>
                <a:cubicBezTo>
                  <a:pt x="3068757" y="164640"/>
                  <a:pt x="3027698" y="293535"/>
                  <a:pt x="3034145" y="475730"/>
                </a:cubicBezTo>
                <a:cubicBezTo>
                  <a:pt x="3040592" y="657925"/>
                  <a:pt x="2996254" y="852579"/>
                  <a:pt x="3034145" y="1055889"/>
                </a:cubicBezTo>
                <a:cubicBezTo>
                  <a:pt x="3072036" y="1259199"/>
                  <a:pt x="2979635" y="1440125"/>
                  <a:pt x="3034145" y="1705667"/>
                </a:cubicBezTo>
                <a:cubicBezTo>
                  <a:pt x="3088655" y="1971209"/>
                  <a:pt x="3025176" y="2030777"/>
                  <a:pt x="3034145" y="2355446"/>
                </a:cubicBezTo>
                <a:cubicBezTo>
                  <a:pt x="3043114" y="2680115"/>
                  <a:pt x="3012463" y="2781568"/>
                  <a:pt x="3034145" y="2935605"/>
                </a:cubicBezTo>
                <a:cubicBezTo>
                  <a:pt x="3055827" y="3089642"/>
                  <a:pt x="2983865" y="3322321"/>
                  <a:pt x="3034145" y="3480954"/>
                </a:cubicBezTo>
                <a:cubicBezTo>
                  <a:pt x="2819063" y="3496125"/>
                  <a:pt x="2736896" y="3460842"/>
                  <a:pt x="2498113" y="3480954"/>
                </a:cubicBezTo>
                <a:cubicBezTo>
                  <a:pt x="2259330" y="3501066"/>
                  <a:pt x="2133694" y="3422533"/>
                  <a:pt x="1931739" y="3480954"/>
                </a:cubicBezTo>
                <a:cubicBezTo>
                  <a:pt x="1729784" y="3539375"/>
                  <a:pt x="1530788" y="3477020"/>
                  <a:pt x="1426048" y="3480954"/>
                </a:cubicBezTo>
                <a:cubicBezTo>
                  <a:pt x="1321308" y="3484888"/>
                  <a:pt x="1126072" y="3478353"/>
                  <a:pt x="1011382" y="3480954"/>
                </a:cubicBezTo>
                <a:cubicBezTo>
                  <a:pt x="896692" y="3483555"/>
                  <a:pt x="680175" y="3431851"/>
                  <a:pt x="475349" y="3480954"/>
                </a:cubicBezTo>
                <a:cubicBezTo>
                  <a:pt x="270523" y="3530057"/>
                  <a:pt x="171602" y="3447950"/>
                  <a:pt x="0" y="3480954"/>
                </a:cubicBezTo>
                <a:cubicBezTo>
                  <a:pt x="-506" y="3329843"/>
                  <a:pt x="50094" y="3153470"/>
                  <a:pt x="0" y="2970414"/>
                </a:cubicBezTo>
                <a:cubicBezTo>
                  <a:pt x="-50094" y="2787358"/>
                  <a:pt x="25108" y="2623752"/>
                  <a:pt x="0" y="2494684"/>
                </a:cubicBezTo>
                <a:cubicBezTo>
                  <a:pt x="-25108" y="2365616"/>
                  <a:pt x="14179" y="2099487"/>
                  <a:pt x="0" y="1879715"/>
                </a:cubicBezTo>
                <a:cubicBezTo>
                  <a:pt x="-14179" y="1659943"/>
                  <a:pt x="47148" y="1535854"/>
                  <a:pt x="0" y="1403985"/>
                </a:cubicBezTo>
                <a:cubicBezTo>
                  <a:pt x="-47148" y="1272116"/>
                  <a:pt x="31518" y="1015139"/>
                  <a:pt x="0" y="754207"/>
                </a:cubicBezTo>
                <a:cubicBezTo>
                  <a:pt x="-31518" y="493275"/>
                  <a:pt x="87163" y="255043"/>
                  <a:pt x="0" y="0"/>
                </a:cubicBezTo>
                <a:close/>
              </a:path>
            </a:pathLst>
          </a:custGeom>
          <a:ln w="762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58262552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D01220EA-E11C-92BB-4175-88C67DCEFF3B}"/>
              </a:ext>
            </a:extLst>
          </p:cNvPr>
          <p:cNvSpPr/>
          <p:nvPr/>
        </p:nvSpPr>
        <p:spPr>
          <a:xfrm>
            <a:off x="7873538" y="1818409"/>
            <a:ext cx="3034145" cy="3480954"/>
          </a:xfrm>
          <a:custGeom>
            <a:avLst/>
            <a:gdLst>
              <a:gd name="connsiteX0" fmla="*/ 0 w 3034145"/>
              <a:gd name="connsiteY0" fmla="*/ 0 h 3480954"/>
              <a:gd name="connsiteX1" fmla="*/ 536032 w 3034145"/>
              <a:gd name="connsiteY1" fmla="*/ 0 h 3480954"/>
              <a:gd name="connsiteX2" fmla="*/ 1011382 w 3034145"/>
              <a:gd name="connsiteY2" fmla="*/ 0 h 3480954"/>
              <a:gd name="connsiteX3" fmla="*/ 1486731 w 3034145"/>
              <a:gd name="connsiteY3" fmla="*/ 0 h 3480954"/>
              <a:gd name="connsiteX4" fmla="*/ 1992422 w 3034145"/>
              <a:gd name="connsiteY4" fmla="*/ 0 h 3480954"/>
              <a:gd name="connsiteX5" fmla="*/ 2558796 w 3034145"/>
              <a:gd name="connsiteY5" fmla="*/ 0 h 3480954"/>
              <a:gd name="connsiteX6" fmla="*/ 3034145 w 3034145"/>
              <a:gd name="connsiteY6" fmla="*/ 0 h 3480954"/>
              <a:gd name="connsiteX7" fmla="*/ 3034145 w 3034145"/>
              <a:gd name="connsiteY7" fmla="*/ 510540 h 3480954"/>
              <a:gd name="connsiteX8" fmla="*/ 3034145 w 3034145"/>
              <a:gd name="connsiteY8" fmla="*/ 1125508 h 3480954"/>
              <a:gd name="connsiteX9" fmla="*/ 3034145 w 3034145"/>
              <a:gd name="connsiteY9" fmla="*/ 1705667 h 3480954"/>
              <a:gd name="connsiteX10" fmla="*/ 3034145 w 3034145"/>
              <a:gd name="connsiteY10" fmla="*/ 2181398 h 3480954"/>
              <a:gd name="connsiteX11" fmla="*/ 3034145 w 3034145"/>
              <a:gd name="connsiteY11" fmla="*/ 2831176 h 3480954"/>
              <a:gd name="connsiteX12" fmla="*/ 3034145 w 3034145"/>
              <a:gd name="connsiteY12" fmla="*/ 3480954 h 3480954"/>
              <a:gd name="connsiteX13" fmla="*/ 2467771 w 3034145"/>
              <a:gd name="connsiteY13" fmla="*/ 3480954 h 3480954"/>
              <a:gd name="connsiteX14" fmla="*/ 1931739 w 3034145"/>
              <a:gd name="connsiteY14" fmla="*/ 3480954 h 3480954"/>
              <a:gd name="connsiteX15" fmla="*/ 1426048 w 3034145"/>
              <a:gd name="connsiteY15" fmla="*/ 3480954 h 3480954"/>
              <a:gd name="connsiteX16" fmla="*/ 890016 w 3034145"/>
              <a:gd name="connsiteY16" fmla="*/ 3480954 h 3480954"/>
              <a:gd name="connsiteX17" fmla="*/ 0 w 3034145"/>
              <a:gd name="connsiteY17" fmla="*/ 3480954 h 3480954"/>
              <a:gd name="connsiteX18" fmla="*/ 0 w 3034145"/>
              <a:gd name="connsiteY18" fmla="*/ 2900795 h 3480954"/>
              <a:gd name="connsiteX19" fmla="*/ 0 w 3034145"/>
              <a:gd name="connsiteY19" fmla="*/ 2285826 h 3480954"/>
              <a:gd name="connsiteX20" fmla="*/ 0 w 3034145"/>
              <a:gd name="connsiteY20" fmla="*/ 1810096 h 3480954"/>
              <a:gd name="connsiteX21" fmla="*/ 0 w 3034145"/>
              <a:gd name="connsiteY21" fmla="*/ 1264747 h 3480954"/>
              <a:gd name="connsiteX22" fmla="*/ 0 w 3034145"/>
              <a:gd name="connsiteY22" fmla="*/ 754207 h 3480954"/>
              <a:gd name="connsiteX23" fmla="*/ 0 w 3034145"/>
              <a:gd name="connsiteY23" fmla="*/ 0 h 3480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034145" h="3480954" fill="none" extrusionOk="0">
                <a:moveTo>
                  <a:pt x="0" y="0"/>
                </a:moveTo>
                <a:cubicBezTo>
                  <a:pt x="222149" y="-27865"/>
                  <a:pt x="289076" y="59198"/>
                  <a:pt x="536032" y="0"/>
                </a:cubicBezTo>
                <a:cubicBezTo>
                  <a:pt x="782988" y="-59198"/>
                  <a:pt x="915784" y="39426"/>
                  <a:pt x="1011382" y="0"/>
                </a:cubicBezTo>
                <a:cubicBezTo>
                  <a:pt x="1106980" y="-39426"/>
                  <a:pt x="1253772" y="13756"/>
                  <a:pt x="1486731" y="0"/>
                </a:cubicBezTo>
                <a:cubicBezTo>
                  <a:pt x="1719690" y="-13756"/>
                  <a:pt x="1873361" y="12713"/>
                  <a:pt x="1992422" y="0"/>
                </a:cubicBezTo>
                <a:cubicBezTo>
                  <a:pt x="2111483" y="-12713"/>
                  <a:pt x="2396713" y="11174"/>
                  <a:pt x="2558796" y="0"/>
                </a:cubicBezTo>
                <a:cubicBezTo>
                  <a:pt x="2720879" y="-11174"/>
                  <a:pt x="2816019" y="40784"/>
                  <a:pt x="3034145" y="0"/>
                </a:cubicBezTo>
                <a:cubicBezTo>
                  <a:pt x="3086957" y="122619"/>
                  <a:pt x="3004153" y="260731"/>
                  <a:pt x="3034145" y="510540"/>
                </a:cubicBezTo>
                <a:cubicBezTo>
                  <a:pt x="3064137" y="760349"/>
                  <a:pt x="3010892" y="873392"/>
                  <a:pt x="3034145" y="1125508"/>
                </a:cubicBezTo>
                <a:cubicBezTo>
                  <a:pt x="3057398" y="1377624"/>
                  <a:pt x="3025962" y="1487651"/>
                  <a:pt x="3034145" y="1705667"/>
                </a:cubicBezTo>
                <a:cubicBezTo>
                  <a:pt x="3042328" y="1923683"/>
                  <a:pt x="3017903" y="1959134"/>
                  <a:pt x="3034145" y="2181398"/>
                </a:cubicBezTo>
                <a:cubicBezTo>
                  <a:pt x="3050387" y="2403662"/>
                  <a:pt x="2969448" y="2617400"/>
                  <a:pt x="3034145" y="2831176"/>
                </a:cubicBezTo>
                <a:cubicBezTo>
                  <a:pt x="3098842" y="3044952"/>
                  <a:pt x="3005400" y="3338390"/>
                  <a:pt x="3034145" y="3480954"/>
                </a:cubicBezTo>
                <a:cubicBezTo>
                  <a:pt x="2862387" y="3484587"/>
                  <a:pt x="2722616" y="3473844"/>
                  <a:pt x="2467771" y="3480954"/>
                </a:cubicBezTo>
                <a:cubicBezTo>
                  <a:pt x="2212926" y="3488064"/>
                  <a:pt x="2136520" y="3470851"/>
                  <a:pt x="1931739" y="3480954"/>
                </a:cubicBezTo>
                <a:cubicBezTo>
                  <a:pt x="1726958" y="3491057"/>
                  <a:pt x="1583598" y="3437238"/>
                  <a:pt x="1426048" y="3480954"/>
                </a:cubicBezTo>
                <a:cubicBezTo>
                  <a:pt x="1268498" y="3524670"/>
                  <a:pt x="1121060" y="3452223"/>
                  <a:pt x="890016" y="3480954"/>
                </a:cubicBezTo>
                <a:cubicBezTo>
                  <a:pt x="658972" y="3509685"/>
                  <a:pt x="383182" y="3450552"/>
                  <a:pt x="0" y="3480954"/>
                </a:cubicBezTo>
                <a:cubicBezTo>
                  <a:pt x="-37294" y="3348061"/>
                  <a:pt x="48749" y="3185733"/>
                  <a:pt x="0" y="2900795"/>
                </a:cubicBezTo>
                <a:cubicBezTo>
                  <a:pt x="-48749" y="2615857"/>
                  <a:pt x="35703" y="2516902"/>
                  <a:pt x="0" y="2285826"/>
                </a:cubicBezTo>
                <a:cubicBezTo>
                  <a:pt x="-35703" y="2054750"/>
                  <a:pt x="12162" y="2028149"/>
                  <a:pt x="0" y="1810096"/>
                </a:cubicBezTo>
                <a:cubicBezTo>
                  <a:pt x="-12162" y="1592043"/>
                  <a:pt x="25341" y="1403901"/>
                  <a:pt x="0" y="1264747"/>
                </a:cubicBezTo>
                <a:cubicBezTo>
                  <a:pt x="-25341" y="1125593"/>
                  <a:pt x="24769" y="981259"/>
                  <a:pt x="0" y="754207"/>
                </a:cubicBezTo>
                <a:cubicBezTo>
                  <a:pt x="-24769" y="527155"/>
                  <a:pt x="36240" y="347801"/>
                  <a:pt x="0" y="0"/>
                </a:cubicBezTo>
                <a:close/>
              </a:path>
              <a:path w="3034145" h="3480954" stroke="0" extrusionOk="0">
                <a:moveTo>
                  <a:pt x="0" y="0"/>
                </a:moveTo>
                <a:cubicBezTo>
                  <a:pt x="148326" y="-30620"/>
                  <a:pt x="257859" y="9207"/>
                  <a:pt x="445008" y="0"/>
                </a:cubicBezTo>
                <a:cubicBezTo>
                  <a:pt x="632157" y="-9207"/>
                  <a:pt x="780290" y="47352"/>
                  <a:pt x="920357" y="0"/>
                </a:cubicBezTo>
                <a:cubicBezTo>
                  <a:pt x="1060424" y="-47352"/>
                  <a:pt x="1173379" y="40365"/>
                  <a:pt x="1395707" y="0"/>
                </a:cubicBezTo>
                <a:cubicBezTo>
                  <a:pt x="1618035" y="-40365"/>
                  <a:pt x="1783757" y="5641"/>
                  <a:pt x="1931739" y="0"/>
                </a:cubicBezTo>
                <a:cubicBezTo>
                  <a:pt x="2079721" y="-5641"/>
                  <a:pt x="2229027" y="69"/>
                  <a:pt x="2376747" y="0"/>
                </a:cubicBezTo>
                <a:cubicBezTo>
                  <a:pt x="2524467" y="-69"/>
                  <a:pt x="2889988" y="27284"/>
                  <a:pt x="3034145" y="0"/>
                </a:cubicBezTo>
                <a:cubicBezTo>
                  <a:pt x="3068757" y="164640"/>
                  <a:pt x="3027698" y="293535"/>
                  <a:pt x="3034145" y="475730"/>
                </a:cubicBezTo>
                <a:cubicBezTo>
                  <a:pt x="3040592" y="657925"/>
                  <a:pt x="2996254" y="852579"/>
                  <a:pt x="3034145" y="1055889"/>
                </a:cubicBezTo>
                <a:cubicBezTo>
                  <a:pt x="3072036" y="1259199"/>
                  <a:pt x="2979635" y="1440125"/>
                  <a:pt x="3034145" y="1705667"/>
                </a:cubicBezTo>
                <a:cubicBezTo>
                  <a:pt x="3088655" y="1971209"/>
                  <a:pt x="3025176" y="2030777"/>
                  <a:pt x="3034145" y="2355446"/>
                </a:cubicBezTo>
                <a:cubicBezTo>
                  <a:pt x="3043114" y="2680115"/>
                  <a:pt x="3012463" y="2781568"/>
                  <a:pt x="3034145" y="2935605"/>
                </a:cubicBezTo>
                <a:cubicBezTo>
                  <a:pt x="3055827" y="3089642"/>
                  <a:pt x="2983865" y="3322321"/>
                  <a:pt x="3034145" y="3480954"/>
                </a:cubicBezTo>
                <a:cubicBezTo>
                  <a:pt x="2819063" y="3496125"/>
                  <a:pt x="2736896" y="3460842"/>
                  <a:pt x="2498113" y="3480954"/>
                </a:cubicBezTo>
                <a:cubicBezTo>
                  <a:pt x="2259330" y="3501066"/>
                  <a:pt x="2133694" y="3422533"/>
                  <a:pt x="1931739" y="3480954"/>
                </a:cubicBezTo>
                <a:cubicBezTo>
                  <a:pt x="1729784" y="3539375"/>
                  <a:pt x="1530788" y="3477020"/>
                  <a:pt x="1426048" y="3480954"/>
                </a:cubicBezTo>
                <a:cubicBezTo>
                  <a:pt x="1321308" y="3484888"/>
                  <a:pt x="1126072" y="3478353"/>
                  <a:pt x="1011382" y="3480954"/>
                </a:cubicBezTo>
                <a:cubicBezTo>
                  <a:pt x="896692" y="3483555"/>
                  <a:pt x="680175" y="3431851"/>
                  <a:pt x="475349" y="3480954"/>
                </a:cubicBezTo>
                <a:cubicBezTo>
                  <a:pt x="270523" y="3530057"/>
                  <a:pt x="171602" y="3447950"/>
                  <a:pt x="0" y="3480954"/>
                </a:cubicBezTo>
                <a:cubicBezTo>
                  <a:pt x="-506" y="3329843"/>
                  <a:pt x="50094" y="3153470"/>
                  <a:pt x="0" y="2970414"/>
                </a:cubicBezTo>
                <a:cubicBezTo>
                  <a:pt x="-50094" y="2787358"/>
                  <a:pt x="25108" y="2623752"/>
                  <a:pt x="0" y="2494684"/>
                </a:cubicBezTo>
                <a:cubicBezTo>
                  <a:pt x="-25108" y="2365616"/>
                  <a:pt x="14179" y="2099487"/>
                  <a:pt x="0" y="1879715"/>
                </a:cubicBezTo>
                <a:cubicBezTo>
                  <a:pt x="-14179" y="1659943"/>
                  <a:pt x="47148" y="1535854"/>
                  <a:pt x="0" y="1403985"/>
                </a:cubicBezTo>
                <a:cubicBezTo>
                  <a:pt x="-47148" y="1272116"/>
                  <a:pt x="31518" y="1015139"/>
                  <a:pt x="0" y="754207"/>
                </a:cubicBezTo>
                <a:cubicBezTo>
                  <a:pt x="-31518" y="493275"/>
                  <a:pt x="87163" y="255043"/>
                  <a:pt x="0" y="0"/>
                </a:cubicBezTo>
                <a:close/>
              </a:path>
            </a:pathLst>
          </a:custGeom>
          <a:ln w="762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58262552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4012A0F2-CD10-B184-65F9-F5D16E84215B}"/>
              </a:ext>
            </a:extLst>
          </p:cNvPr>
          <p:cNvSpPr/>
          <p:nvPr/>
        </p:nvSpPr>
        <p:spPr>
          <a:xfrm>
            <a:off x="4615765" y="4422793"/>
            <a:ext cx="100700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הסרה</a:t>
            </a:r>
            <a:endParaRPr lang="he-IL" sz="28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C34890D3-D76B-0A00-465C-AEC493556630}"/>
              </a:ext>
            </a:extLst>
          </p:cNvPr>
          <p:cNvSpPr/>
          <p:nvPr/>
        </p:nvSpPr>
        <p:spPr>
          <a:xfrm>
            <a:off x="780814" y="4422793"/>
            <a:ext cx="100700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הסרה</a:t>
            </a:r>
            <a:endParaRPr lang="he-IL" sz="28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CCA2B84C-E1F2-E176-1E9E-FD2F84FA8A32}"/>
              </a:ext>
            </a:extLst>
          </p:cNvPr>
          <p:cNvSpPr/>
          <p:nvPr/>
        </p:nvSpPr>
        <p:spPr>
          <a:xfrm>
            <a:off x="8065945" y="4516311"/>
            <a:ext cx="100700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הסרה</a:t>
            </a:r>
            <a:endParaRPr lang="he-IL" sz="28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C5427CFD-F96E-97A5-4A06-F2BC539EB53D}"/>
              </a:ext>
            </a:extLst>
          </p:cNvPr>
          <p:cNvSpPr/>
          <p:nvPr/>
        </p:nvSpPr>
        <p:spPr>
          <a:xfrm>
            <a:off x="1105096" y="5773612"/>
            <a:ext cx="110799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הוספה</a:t>
            </a:r>
            <a:endParaRPr lang="he-IL" sz="28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61152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3607B575-8979-7F85-C4B0-8B20FBCCE518}"/>
              </a:ext>
            </a:extLst>
          </p:cNvPr>
          <p:cNvSpPr/>
          <p:nvPr/>
        </p:nvSpPr>
        <p:spPr>
          <a:xfrm>
            <a:off x="126423" y="-46029"/>
            <a:ext cx="11939154" cy="6670964"/>
          </a:xfrm>
          <a:prstGeom prst="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AE17D82B-451A-62A2-86AF-BCE67A01D0D3}"/>
              </a:ext>
            </a:extLst>
          </p:cNvPr>
          <p:cNvSpPr/>
          <p:nvPr/>
        </p:nvSpPr>
        <p:spPr>
          <a:xfrm>
            <a:off x="1982128" y="754072"/>
            <a:ext cx="79576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מסך צפיה במשוב על הציורים</a:t>
            </a:r>
            <a:endParaRPr lang="he-IL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45115648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16</Words>
  <Application>Microsoft Office PowerPoint</Application>
  <PresentationFormat>מסך רחב</PresentationFormat>
  <Paragraphs>7</Paragraphs>
  <Slides>3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ערכת נושא Office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user1</dc:creator>
  <cp:lastModifiedBy>user1</cp:lastModifiedBy>
  <cp:revision>3</cp:revision>
  <dcterms:created xsi:type="dcterms:W3CDTF">2025-02-28T10:56:29Z</dcterms:created>
  <dcterms:modified xsi:type="dcterms:W3CDTF">2025-03-03T13:03:27Z</dcterms:modified>
</cp:coreProperties>
</file>