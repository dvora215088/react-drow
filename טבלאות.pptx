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7" d="100"/>
          <a:sy n="67" d="100"/>
        </p:scale>
        <p:origin x="38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04EDF8-400B-3742-4EB7-4759AF170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FF82546-1D5B-201D-7259-0338195C7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350C48-1161-3F3B-3803-805FC73B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0B13D36-8E27-55FB-7A2F-EC958B4A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679853-7351-DACE-0B0B-5DFC73B3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26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AA5862-1F86-D4E8-4021-BCB1D898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69123A-ED2F-9B95-88FA-5E9425E4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11AF677-16AC-3C24-FDE1-D221DE3B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3B5CC1-DB01-7DEB-BA98-23372C60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4CEC37-92B7-4BBD-8271-740B884C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468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4DC12E-A237-C288-C23A-F1771E90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F75FEDF-1E76-0E05-4F08-8DBA9A2D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4CAABC-F587-A20F-C4DB-0E4F2181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2CBAC0A-29AE-7313-7A2D-D32FD10A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DC4A4A-2F6A-64BD-6857-FD18E81A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634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80BB8-EF71-8C5C-1934-C7D09E88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E9D663-364E-BA5E-1A9A-01247AAE3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D67557B-F655-8E73-9E3E-4DF5FCE2F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2A7928-8F97-7D2C-180C-0BCD9908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52AE57-D40F-B0DC-F8BD-0901C2D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046A43-9607-DEDB-5710-F54BA619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74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DCA5EE-CADF-BCA9-B655-ADA134C8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CF5B182-0914-994E-FE5E-CC9AC5D6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6825BDF-03EE-244C-A432-7A50DE4C5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02B0902-D3CC-E384-9390-B63631BD1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E2E0C2F-8427-0FF2-B206-E78CD8FA8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C1B8792-4E42-466B-7E1C-44CEB9B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B7DD0E0-3FB3-AC4B-9FCB-B977CCD6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DC3494-CE96-DCBC-3DFF-B1AA33A6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698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1B6103-5230-623D-2AA6-D81B8C01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9C99170-4AF2-F659-3DF8-298822DF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B6E9AC-92F4-8EA2-773D-B9B5D919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6F64211-4FD1-C880-EC0A-F675E0DF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425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499574F-F0C3-EB19-BAD0-09FB4324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4EA1363-0895-A087-0634-0347AADD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41ED634-7AA6-D1F1-7214-E58AFA9C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34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72BB6E-5336-7425-DE9C-6F20527E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66148B-184A-A447-41FA-68135D7CF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0EA8FFE-CD1A-E2BF-38C8-A0CEF9007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8F82EB-84B0-99F6-E636-891AD583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8BD8999-9A7C-731E-633A-7283FBD8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CB84123-859F-0664-FB0E-C3DA6B9E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4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783078-EBEF-7E9B-3A4D-478865AA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8990106-4079-A1C3-A409-E0154F7A7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A1B829-F4F5-3EB4-68E4-A5937AA8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C8A398-3EF2-34DA-D9D1-2D397B96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7595E7E-9B83-C364-8F87-20A1C8B6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7B962A-D59B-8F1C-2009-C52AA2A9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726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638879-DE6B-C352-F7DD-DEB747C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CF5E0BA-5278-7926-43B0-BBEA2DEB2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48C96E-9B2A-DA69-0227-6A49E18A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756C35-0636-57DD-071D-A23F7C2C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36A783-BEB3-88E9-CA10-70E62AC5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528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C4E3467-786A-209E-CCCB-75549A573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880F028-BBEA-5BA5-2F0A-17857BBBA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194212-3357-E8E5-9E0F-8A40AAB6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857DDA-7826-AC06-E497-7AB10EA1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3B6CA13-A2E0-8C83-6B68-13F06BDE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287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644E373-D020-D7C1-6444-F168791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1C7440-AEC5-862C-80FE-5F20AAD2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83464D-1611-1A46-47E5-BD5176F37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49EB-7154-4A46-A8E3-5ED4C3291946}" type="datetimeFigureOut">
              <a:rPr lang="he-IL" smtClean="0"/>
              <a:t>ל'/שבט/תשפ"ה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EECE15-498F-C29F-E60A-0B105C89C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13FF9DF-CD79-74EC-BBC5-BDF07333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314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D5D65C6C-B3DB-89DF-9FB9-8EED7ADCAB1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638184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13431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56465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3876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שם העמודה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נתונים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מאפיינים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54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ייחודי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701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first_name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שם פרטי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280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last_name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שם משפחה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810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אימייל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715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סיסמה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11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תפקיד (הורה, מורה, גננת)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60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NOW()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תאריך יצירה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008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נוצר על ידי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34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updated_at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NOW()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תאריך עדכון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29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updated_by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עודכן על ידי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647713"/>
                  </a:ext>
                </a:extLst>
              </a:tr>
            </a:tbl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18E7A71E-52EB-C2CD-587B-F1CC23D5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89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טבלת Users</a:t>
            </a:r>
            <a:endParaRPr kumimoji="0" lang="he-IL" altLang="he-IL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18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8D7EDC2C-26C3-2BD9-4B43-2EDDBE677CBB}"/>
              </a:ext>
            </a:extLst>
          </p:cNvPr>
          <p:cNvGraphicFramePr>
            <a:graphicFrameLocks noGrp="1"/>
          </p:cNvGraphicFramePr>
          <p:nvPr/>
        </p:nvGraphicFramePr>
        <p:xfrm>
          <a:off x="1091962" y="1825625"/>
          <a:ext cx="10008076" cy="4351337"/>
        </p:xfrm>
        <a:graphic>
          <a:graphicData uri="http://schemas.openxmlformats.org/drawingml/2006/table">
            <a:tbl>
              <a:tblPr/>
              <a:tblGrid>
                <a:gridCol w="2502019">
                  <a:extLst>
                    <a:ext uri="{9D8B030D-6E8A-4147-A177-3AD203B41FA5}">
                      <a16:colId xmlns:a16="http://schemas.microsoft.com/office/drawing/2014/main" val="1611826804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1725950715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975909798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2952113080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r>
                        <a:rPr lang="he-IL" sz="1700"/>
                        <a:t>שם העמודה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סוג נתונים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מאפיינים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תיאור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0663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id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PK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מזהה ייחודי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0527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title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VARCHAR(255)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NOT NULL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שם דף עבודה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855749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/>
                        <a:t>category_id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FK (Categories.id)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קטגוריה (חיות, חגים, אותיות וכו')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951739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/>
                        <a:t>file_url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VARCHAR(255)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NOT NULL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כתובת הקובץ ב-</a:t>
                      </a:r>
                      <a:r>
                        <a:rPr lang="en-US" sz="1700"/>
                        <a:t>Amazon S3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3464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age_group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VARCHAR(50)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NOT NULL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קבוצת גיל (6-8, 9-12)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3797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difficulty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VARCHAR(50)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NOT NULL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רמת קושי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9610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created_at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DATETIME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DEFAULT NOW()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תאריך יצירה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64149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created_by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FK (Users.id)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נוצר על ידי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30375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updated_at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DATETIME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DEFAULT NOW()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/>
                        <a:t>תאריך עדכון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69901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/>
                        <a:t>updated_by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FK (Users.id)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sz="1700" dirty="0"/>
                        <a:t>עודכן על ידי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486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97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854BE157-5C27-C371-EEA0-55271E9335A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586447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05904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67085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15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שם העמודה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נתונים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מאפיינים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93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ייחודי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150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שם הקטגוריה (חיות, חגים, אותיות וכו')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31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תיאור הקטגוריה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013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83256D5-9F21-2AD9-1406-E0ADF2306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32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טבלת Categories</a:t>
            </a:r>
            <a:endParaRPr kumimoji="0" lang="he-IL" altLang="he-IL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3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983FA508-3205-19AE-5809-78782E7B01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385177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539165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6614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820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שם העמודה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נתונים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מאפיינים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303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ייחודי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63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worksheet_id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(Worksheets.id)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דף עבודה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65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המשתמש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318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דירוג (1-5)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021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ביקורת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NOW()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תאריך יצירה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0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נוצר על ידי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6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66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טבלה 12">
            <a:extLst>
              <a:ext uri="{FF2B5EF4-FFF2-40B4-BE49-F238E27FC236}">
                <a16:creationId xmlns:a16="http://schemas.microsoft.com/office/drawing/2014/main" id="{BF34B8B8-035B-D950-8568-59913DE59E8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2148583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578525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428929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4142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שם העמודה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נתונים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מאפיינים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073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ייחודי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719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המשתמש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18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worksheet_id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(Worksheets.id)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דף עבודה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4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NOW()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תאריך יצירה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925727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0A2CA0BA-C20F-BD90-F5A5-03892AECA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87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טבלת FavoriteWorksheets</a:t>
            </a:r>
            <a:endParaRPr kumimoji="0" lang="he-IL" altLang="he-IL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1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ABDEA3F5-96CE-9CB1-7F88-5A4B998CA2A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46814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1041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51209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56457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292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שם העמודה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נתונים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מאפיינים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תיאור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7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מזהה ייחודי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860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שם הקובץ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179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file_url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כתובת הקובץ ב-</a:t>
                      </a:r>
                      <a:r>
                        <a:rPr lang="en-US"/>
                        <a:t>Amazon 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117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file_type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סוג הקובץ (</a:t>
                      </a:r>
                      <a:r>
                        <a:rPr lang="en-US"/>
                        <a:t>PDF, PNG, SVG)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937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NOW()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תאריך יצירה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06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created_by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FK (Users.id)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נוצר על ידי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4400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202664-EBC7-7A49-C566-A1E37F862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463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טבלת Files</a:t>
            </a:r>
            <a:endParaRPr kumimoji="0" lang="he-IL" altLang="he-IL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00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2FB905F-71C6-5598-CD72-107039AE4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981" y="840774"/>
            <a:ext cx="7887159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קשרים בין הטבלאות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One-to-Many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 כל משתמש יכול להעלות מספר דפי עבודה.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Worksheets.created_by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Users.id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Many-to-One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 כל דף עבודה שייך לקטגוריה אחת.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Worksheets.category_id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Categories.id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Ratings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One-to-Many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 כל משתמש יכול לדרג מספר דפי עבודה.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Ratings.user_id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Users.id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Ratings.worksheet_id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Worksheets.id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FavoriteWorksheets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One-to-Many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 כל משתמש יכול להוסיף מספר דפי עבודה למועדפים.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FavoriteWorksheets.user_id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Users.id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FavoriteWorksheets.worksheet_id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Worksheets.id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קשר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One-to-One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: כל קובץ שייך לדף עבודה אחד.</a:t>
            </a:r>
            <a:b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Files.file_url</a:t>
            </a:r>
            <a:r>
              <a:rPr lang="he-IL" altLang="he-IL" sz="2000" b="1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he-IL" altLang="he-IL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Worksheets.file_url</a:t>
            </a:r>
            <a:endParaRPr lang="he-IL" altLang="he-IL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e-IL" altLang="he-IL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19810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611</Words>
  <Application>Microsoft Office PowerPoint</Application>
  <PresentationFormat>מסך רחב</PresentationFormat>
  <Paragraphs>194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1</cp:revision>
  <dcterms:created xsi:type="dcterms:W3CDTF">2025-02-28T10:56:29Z</dcterms:created>
  <dcterms:modified xsi:type="dcterms:W3CDTF">2025-02-28T11:13:06Z</dcterms:modified>
</cp:coreProperties>
</file>