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5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04EDF8-400B-3742-4EB7-4759AF170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FF82546-1D5B-201D-7259-0338195C7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350C48-1161-3F3B-3803-805FC73B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0B13D36-8E27-55FB-7A2F-EC958B4A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679853-7351-DACE-0B0B-5DFC73B3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426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AA5862-1F86-D4E8-4021-BCB1D898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969123A-ED2F-9B95-88FA-5E9425E4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11AF677-16AC-3C24-FDE1-D221DE3B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83B5CC1-DB01-7DEB-BA98-23372C60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E4CEC37-92B7-4BBD-8271-740B884C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468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4DC12E-A237-C288-C23A-F1771E90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F75FEDF-1E76-0E05-4F08-8DBA9A2DB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B4CAABC-F587-A20F-C4DB-0E4F2181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2CBAC0A-29AE-7313-7A2D-D32FD10A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9DC4A4A-2F6A-64BD-6857-FD18E81A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634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180BB8-EF71-8C5C-1934-C7D09E88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E9D663-364E-BA5E-1A9A-01247AAE3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D67557B-F655-8E73-9E3E-4DF5FCE2F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2A7928-8F97-7D2C-180C-0BCD9908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652AE57-D40F-B0DC-F8BD-0901C2DB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4046A43-9607-DEDB-5710-F54BA619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74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DCA5EE-CADF-BCA9-B655-ADA134C8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CF5B182-0914-994E-FE5E-CC9AC5D6C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6825BDF-03EE-244C-A432-7A50DE4C5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02B0902-D3CC-E384-9390-B63631BD1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E2E0C2F-8427-0FF2-B206-E78CD8FA8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C1B8792-4E42-466B-7E1C-44CEB9B3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B7DD0E0-3FB3-AC4B-9FCB-B977CCD6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DDC3494-CE96-DCBC-3DFF-B1AA33A6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698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1B6103-5230-623D-2AA6-D81B8C01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9C99170-4AF2-F659-3DF8-298822DF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FB6E9AC-92F4-8EA2-773D-B9B5D919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6F64211-4FD1-C880-EC0A-F675E0DF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425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499574F-F0C3-EB19-BAD0-09FB4324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4EA1363-0895-A087-0634-0347AADD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41ED634-7AA6-D1F1-7214-E58AFA9C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34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72BB6E-5336-7425-DE9C-6F20527E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66148B-184A-A447-41FA-68135D7CF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0EA8FFE-CD1A-E2BF-38C8-A0CEF9007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58F82EB-84B0-99F6-E636-891AD583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8BD8999-9A7C-731E-633A-7283FBD8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CB84123-859F-0664-FB0E-C3DA6B9E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243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783078-EBEF-7E9B-3A4D-478865AA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8990106-4079-A1C3-A409-E0154F7A7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A1B829-F4F5-3EB4-68E4-A5937AA8F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7C8A398-3EF2-34DA-D9D1-2D397B96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7595E7E-9B83-C364-8F87-20A1C8B6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67B962A-D59B-8F1C-2009-C52AA2A9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726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638879-DE6B-C352-F7DD-DEB747C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CF5E0BA-5278-7926-43B0-BBEA2DEB2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48C96E-9B2A-DA69-0227-6A49E18A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756C35-0636-57DD-071D-A23F7C2C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636A783-BEB3-88E9-CA10-70E62AC5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528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C4E3467-786A-209E-CCCB-75549A573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880F028-BBEA-5BA5-2F0A-17857BBBA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194212-3357-E8E5-9E0F-8A40AAB6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857DDA-7826-AC06-E497-7AB10EA1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3B6CA13-A2E0-8C83-6B68-13F06BDE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287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644E373-D020-D7C1-6444-F168791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E1C7440-AEC5-862C-80FE-5F20AAD2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83464D-1611-1A46-47E5-BD5176F37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49EB-7154-4A46-A8E3-5ED4C3291946}" type="datetimeFigureOut">
              <a:rPr lang="he-IL" smtClean="0"/>
              <a:t>י"ט/אדר/תשפ"ה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4EECE15-498F-C29F-E60A-0B105C89C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13FF9DF-CD79-74EC-BBC5-BDF07333F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314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9BB267A2-E10E-76BE-19F8-8B378294A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5" y="-57962"/>
            <a:ext cx="12065575" cy="6786887"/>
          </a:xfrm>
          <a:prstGeom prst="rect">
            <a:avLst/>
          </a:prstGeom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0" y="0"/>
            <a:ext cx="12065577" cy="6670964"/>
          </a:xfrm>
          <a:prstGeom prst="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4538566" y="5797357"/>
            <a:ext cx="713528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התחברות- ממשק משתמש</a:t>
            </a:r>
            <a:endParaRPr lang="he-IL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57CEDB82-929C-5538-D226-FF213AA1F59B}"/>
              </a:ext>
            </a:extLst>
          </p:cNvPr>
          <p:cNvSpPr/>
          <p:nvPr/>
        </p:nvSpPr>
        <p:spPr>
          <a:xfrm>
            <a:off x="5782234" y="270716"/>
            <a:ext cx="2807179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התחברות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F2AC787-B65D-BE63-5144-71E26F75D3F0}"/>
              </a:ext>
            </a:extLst>
          </p:cNvPr>
          <p:cNvSpPr/>
          <p:nvPr/>
        </p:nvSpPr>
        <p:spPr>
          <a:xfrm>
            <a:off x="9405282" y="182226"/>
            <a:ext cx="2268571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הרשמה</a:t>
            </a:r>
          </a:p>
        </p:txBody>
      </p:sp>
    </p:spTree>
    <p:extLst>
      <p:ext uri="{BB962C8B-B14F-4D97-AF65-F5344CB8AC3E}">
        <p14:creationId xmlns:p14="http://schemas.microsoft.com/office/powerpoint/2010/main" val="413318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3D24FCA2-DB7F-E1F6-65FE-C0C7C6F51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0" y="0"/>
            <a:ext cx="12192000" cy="6961238"/>
          </a:xfrm>
          <a:prstGeom prst="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4027842" y="5807747"/>
            <a:ext cx="81641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עמוד הבית-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navbar </a:t>
            </a:r>
            <a:r>
              <a:rPr lang="he-I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 ניווטים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57CEDB82-929C-5538-D226-FF213AA1F59B}"/>
              </a:ext>
            </a:extLst>
          </p:cNvPr>
          <p:cNvSpPr/>
          <p:nvPr/>
        </p:nvSpPr>
        <p:spPr>
          <a:xfrm>
            <a:off x="4657805" y="126923"/>
            <a:ext cx="2457724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מועדפים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F2AC787-B65D-BE63-5144-71E26F75D3F0}"/>
              </a:ext>
            </a:extLst>
          </p:cNvPr>
          <p:cNvSpPr/>
          <p:nvPr/>
        </p:nvSpPr>
        <p:spPr>
          <a:xfrm>
            <a:off x="7178740" y="126923"/>
            <a:ext cx="2563523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קטגוריות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77665FFF-8EC5-3FE9-E4A7-E29E716E85BF}"/>
              </a:ext>
            </a:extLst>
          </p:cNvPr>
          <p:cNvSpPr/>
          <p:nvPr/>
        </p:nvSpPr>
        <p:spPr>
          <a:xfrm>
            <a:off x="9742263" y="126923"/>
            <a:ext cx="2137125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משלכם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62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126423" y="-46029"/>
            <a:ext cx="11939154" cy="667096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452855" y="754072"/>
            <a:ext cx="110161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מועדפים שלי-</a:t>
            </a:r>
            <a:r>
              <a:rPr lang="he-IL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הציורים שנבחרו כמועדפים למשתמש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8091DD8A-D8C5-D66F-4497-C55A696DEDF9}"/>
              </a:ext>
            </a:extLst>
          </p:cNvPr>
          <p:cNvSpPr/>
          <p:nvPr/>
        </p:nvSpPr>
        <p:spPr>
          <a:xfrm>
            <a:off x="570981" y="1818409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2175D099-C28B-BB96-333C-9AD7807DBAC2}"/>
              </a:ext>
            </a:extLst>
          </p:cNvPr>
          <p:cNvSpPr/>
          <p:nvPr/>
        </p:nvSpPr>
        <p:spPr>
          <a:xfrm>
            <a:off x="4318463" y="1818409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D01220EA-E11C-92BB-4175-88C67DCEFF3B}"/>
              </a:ext>
            </a:extLst>
          </p:cNvPr>
          <p:cNvSpPr/>
          <p:nvPr/>
        </p:nvSpPr>
        <p:spPr>
          <a:xfrm>
            <a:off x="7873538" y="1818409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4012A0F2-CD10-B184-65F9-F5D16E84215B}"/>
              </a:ext>
            </a:extLst>
          </p:cNvPr>
          <p:cNvSpPr/>
          <p:nvPr/>
        </p:nvSpPr>
        <p:spPr>
          <a:xfrm>
            <a:off x="4615765" y="4422793"/>
            <a:ext cx="10070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הסרה</a:t>
            </a:r>
            <a:endParaRPr lang="he-IL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C34890D3-D76B-0A00-465C-AEC493556630}"/>
              </a:ext>
            </a:extLst>
          </p:cNvPr>
          <p:cNvSpPr/>
          <p:nvPr/>
        </p:nvSpPr>
        <p:spPr>
          <a:xfrm>
            <a:off x="780814" y="4422793"/>
            <a:ext cx="10070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הסרה</a:t>
            </a:r>
            <a:endParaRPr lang="he-IL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CCA2B84C-E1F2-E176-1E9E-FD2F84FA8A32}"/>
              </a:ext>
            </a:extLst>
          </p:cNvPr>
          <p:cNvSpPr/>
          <p:nvPr/>
        </p:nvSpPr>
        <p:spPr>
          <a:xfrm>
            <a:off x="8065945" y="4516311"/>
            <a:ext cx="10070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הסרה</a:t>
            </a:r>
            <a:endParaRPr lang="he-IL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15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252846" y="93518"/>
            <a:ext cx="11939154" cy="667096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1563619" y="614525"/>
            <a:ext cx="87703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מסך קטגוריות-</a:t>
            </a:r>
            <a:r>
              <a:rPr lang="he-IL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עם תמונה רנדומלית מהמאגר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1EB3BF1A-82FC-E292-B263-93E8889D5E53}"/>
              </a:ext>
            </a:extLst>
          </p:cNvPr>
          <p:cNvSpPr/>
          <p:nvPr/>
        </p:nvSpPr>
        <p:spPr>
          <a:xfrm>
            <a:off x="7686502" y="1839191"/>
            <a:ext cx="3034145" cy="348095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2FEEDA5F-19FC-571A-41F5-9F938A524AAF}"/>
              </a:ext>
            </a:extLst>
          </p:cNvPr>
          <p:cNvSpPr/>
          <p:nvPr/>
        </p:nvSpPr>
        <p:spPr>
          <a:xfrm>
            <a:off x="4431723" y="1839191"/>
            <a:ext cx="3034145" cy="348095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018BA5F2-D269-89BA-5E1F-C51100CF738A}"/>
              </a:ext>
            </a:extLst>
          </p:cNvPr>
          <p:cNvSpPr/>
          <p:nvPr/>
        </p:nvSpPr>
        <p:spPr>
          <a:xfrm>
            <a:off x="1103168" y="1839191"/>
            <a:ext cx="3034145" cy="348095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86FEB8C-5B25-39B4-8C58-065B2C2CA18C}"/>
              </a:ext>
            </a:extLst>
          </p:cNvPr>
          <p:cNvSpPr/>
          <p:nvPr/>
        </p:nvSpPr>
        <p:spPr>
          <a:xfrm>
            <a:off x="8383777" y="3381511"/>
            <a:ext cx="18181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רכבים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605C9325-6F8A-261F-3EC6-314A5EDE99F9}"/>
              </a:ext>
            </a:extLst>
          </p:cNvPr>
          <p:cNvSpPr/>
          <p:nvPr/>
        </p:nvSpPr>
        <p:spPr>
          <a:xfrm>
            <a:off x="5087020" y="3381511"/>
            <a:ext cx="17235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בובות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19C8D6DD-2CA4-DAF5-F444-99C250B847A5}"/>
              </a:ext>
            </a:extLst>
          </p:cNvPr>
          <p:cNvSpPr/>
          <p:nvPr/>
        </p:nvSpPr>
        <p:spPr>
          <a:xfrm>
            <a:off x="1907740" y="3429000"/>
            <a:ext cx="16161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ילדים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85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126423" y="-46029"/>
            <a:ext cx="11939154" cy="667096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3377146" y="826808"/>
            <a:ext cx="54377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תצוגת הציורים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291643D-9422-C322-51B8-CC0E72887C62}"/>
              </a:ext>
            </a:extLst>
          </p:cNvPr>
          <p:cNvSpPr/>
          <p:nvPr/>
        </p:nvSpPr>
        <p:spPr>
          <a:xfrm>
            <a:off x="924272" y="2250362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D67C2C3-1981-7045-AA04-5A7AEC9EB86F}"/>
              </a:ext>
            </a:extLst>
          </p:cNvPr>
          <p:cNvSpPr/>
          <p:nvPr/>
        </p:nvSpPr>
        <p:spPr>
          <a:xfrm>
            <a:off x="4671754" y="2286000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A3EBCF8-BB91-42BC-9F01-E437D1034AF3}"/>
              </a:ext>
            </a:extLst>
          </p:cNvPr>
          <p:cNvSpPr/>
          <p:nvPr/>
        </p:nvSpPr>
        <p:spPr>
          <a:xfrm>
            <a:off x="8226829" y="2286000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393742A5-F973-D2E4-5A53-F557BD8A47B7}"/>
              </a:ext>
            </a:extLst>
          </p:cNvPr>
          <p:cNvSpPr/>
          <p:nvPr/>
        </p:nvSpPr>
        <p:spPr>
          <a:xfrm>
            <a:off x="5198268" y="4057650"/>
            <a:ext cx="193995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דירוג</a:t>
            </a:r>
          </a:p>
          <a:p>
            <a:pPr algn="ctr"/>
            <a:r>
              <a:rPr lang="he-IL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משוב </a:t>
            </a:r>
          </a:p>
          <a:p>
            <a:pPr algn="ctr"/>
            <a:r>
              <a:rPr lang="he-IL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הוספה למועדפים </a:t>
            </a:r>
          </a:p>
          <a:p>
            <a:pPr algn="ctr"/>
            <a:r>
              <a:rPr lang="he-IL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הורדה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B996AD69-3DD9-0460-A624-4DCAE1865485}"/>
              </a:ext>
            </a:extLst>
          </p:cNvPr>
          <p:cNvSpPr/>
          <p:nvPr/>
        </p:nvSpPr>
        <p:spPr>
          <a:xfrm>
            <a:off x="1308950" y="4057650"/>
            <a:ext cx="193995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דירוג</a:t>
            </a:r>
          </a:p>
          <a:p>
            <a:pPr algn="ctr"/>
            <a:r>
              <a:rPr lang="he-IL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משוב </a:t>
            </a:r>
          </a:p>
          <a:p>
            <a:pPr algn="ctr"/>
            <a:r>
              <a:rPr lang="he-IL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הוספה למועדפים </a:t>
            </a:r>
          </a:p>
          <a:p>
            <a:pPr algn="ctr"/>
            <a:r>
              <a:rPr lang="he-IL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הורדה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9AF94DD7-6AD4-41E6-AEC4-8FC88A30B0DB}"/>
              </a:ext>
            </a:extLst>
          </p:cNvPr>
          <p:cNvSpPr/>
          <p:nvPr/>
        </p:nvSpPr>
        <p:spPr>
          <a:xfrm>
            <a:off x="8753343" y="4195200"/>
            <a:ext cx="193995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דירוג</a:t>
            </a:r>
          </a:p>
          <a:p>
            <a:pPr algn="ctr"/>
            <a:r>
              <a:rPr lang="he-IL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משוב </a:t>
            </a:r>
          </a:p>
          <a:p>
            <a:pPr algn="ctr"/>
            <a:r>
              <a:rPr lang="he-IL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הוספה למועדפים </a:t>
            </a:r>
          </a:p>
          <a:p>
            <a:pPr algn="ctr"/>
            <a:r>
              <a:rPr lang="he-IL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הורדה</a:t>
            </a:r>
          </a:p>
        </p:txBody>
      </p:sp>
    </p:spTree>
    <p:extLst>
      <p:ext uri="{BB962C8B-B14F-4D97-AF65-F5344CB8AC3E}">
        <p14:creationId xmlns:p14="http://schemas.microsoft.com/office/powerpoint/2010/main" val="181368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126423" y="-46029"/>
            <a:ext cx="11939154" cy="667096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1161800" y="826808"/>
            <a:ext cx="98684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מסך תצוגת הציורים של המשתמשים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291643D-9422-C322-51B8-CC0E72887C62}"/>
              </a:ext>
            </a:extLst>
          </p:cNvPr>
          <p:cNvSpPr/>
          <p:nvPr/>
        </p:nvSpPr>
        <p:spPr>
          <a:xfrm>
            <a:off x="890505" y="2286000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D67C2C3-1981-7045-AA04-5A7AEC9EB86F}"/>
              </a:ext>
            </a:extLst>
          </p:cNvPr>
          <p:cNvSpPr/>
          <p:nvPr/>
        </p:nvSpPr>
        <p:spPr>
          <a:xfrm>
            <a:off x="4671754" y="2286000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A3EBCF8-BB91-42BC-9F01-E437D1034AF3}"/>
              </a:ext>
            </a:extLst>
          </p:cNvPr>
          <p:cNvSpPr/>
          <p:nvPr/>
        </p:nvSpPr>
        <p:spPr>
          <a:xfrm>
            <a:off x="8226829" y="2286000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B996AD69-3DD9-0460-A624-4DCAE1865485}"/>
              </a:ext>
            </a:extLst>
          </p:cNvPr>
          <p:cNvSpPr/>
          <p:nvPr/>
        </p:nvSpPr>
        <p:spPr>
          <a:xfrm>
            <a:off x="360258" y="6031192"/>
            <a:ext cx="1301959" cy="400110"/>
          </a:xfrm>
          <a:custGeom>
            <a:avLst/>
            <a:gdLst>
              <a:gd name="connsiteX0" fmla="*/ 0 w 1301959"/>
              <a:gd name="connsiteY0" fmla="*/ 0 h 400110"/>
              <a:gd name="connsiteX1" fmla="*/ 460026 w 1301959"/>
              <a:gd name="connsiteY1" fmla="*/ 0 h 400110"/>
              <a:gd name="connsiteX2" fmla="*/ 894012 w 1301959"/>
              <a:gd name="connsiteY2" fmla="*/ 0 h 400110"/>
              <a:gd name="connsiteX3" fmla="*/ 1301959 w 1301959"/>
              <a:gd name="connsiteY3" fmla="*/ 0 h 400110"/>
              <a:gd name="connsiteX4" fmla="*/ 1301959 w 1301959"/>
              <a:gd name="connsiteY4" fmla="*/ 400110 h 400110"/>
              <a:gd name="connsiteX5" fmla="*/ 867973 w 1301959"/>
              <a:gd name="connsiteY5" fmla="*/ 400110 h 400110"/>
              <a:gd name="connsiteX6" fmla="*/ 460026 w 1301959"/>
              <a:gd name="connsiteY6" fmla="*/ 400110 h 400110"/>
              <a:gd name="connsiteX7" fmla="*/ 0 w 1301959"/>
              <a:gd name="connsiteY7" fmla="*/ 400110 h 400110"/>
              <a:gd name="connsiteX8" fmla="*/ 0 w 1301959"/>
              <a:gd name="connsiteY8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01959" h="400110" extrusionOk="0">
                <a:moveTo>
                  <a:pt x="0" y="0"/>
                </a:moveTo>
                <a:cubicBezTo>
                  <a:pt x="186409" y="-52417"/>
                  <a:pt x="364402" y="394"/>
                  <a:pt x="460026" y="0"/>
                </a:cubicBezTo>
                <a:cubicBezTo>
                  <a:pt x="555650" y="-394"/>
                  <a:pt x="712829" y="21995"/>
                  <a:pt x="894012" y="0"/>
                </a:cubicBezTo>
                <a:cubicBezTo>
                  <a:pt x="1075195" y="-21995"/>
                  <a:pt x="1156625" y="13656"/>
                  <a:pt x="1301959" y="0"/>
                </a:cubicBezTo>
                <a:cubicBezTo>
                  <a:pt x="1348239" y="149675"/>
                  <a:pt x="1254731" y="301090"/>
                  <a:pt x="1301959" y="400110"/>
                </a:cubicBezTo>
                <a:cubicBezTo>
                  <a:pt x="1141410" y="439884"/>
                  <a:pt x="1036427" y="367346"/>
                  <a:pt x="867973" y="400110"/>
                </a:cubicBezTo>
                <a:cubicBezTo>
                  <a:pt x="699519" y="432874"/>
                  <a:pt x="611737" y="400055"/>
                  <a:pt x="460026" y="400110"/>
                </a:cubicBezTo>
                <a:cubicBezTo>
                  <a:pt x="308315" y="400165"/>
                  <a:pt x="125829" y="366668"/>
                  <a:pt x="0" y="400110"/>
                </a:cubicBezTo>
                <a:cubicBezTo>
                  <a:pt x="-2125" y="239750"/>
                  <a:pt x="25995" y="12332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הוספת ציור</a:t>
            </a:r>
            <a:endParaRPr lang="he-IL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8966109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56</Words>
  <Application>Microsoft Office PowerPoint</Application>
  <PresentationFormat>מסך רחב</PresentationFormat>
  <Paragraphs>30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user1</dc:creator>
  <cp:lastModifiedBy>user1</cp:lastModifiedBy>
  <cp:revision>6</cp:revision>
  <dcterms:created xsi:type="dcterms:W3CDTF">2025-02-28T10:56:29Z</dcterms:created>
  <dcterms:modified xsi:type="dcterms:W3CDTF">2025-03-19T22:12:37Z</dcterms:modified>
</cp:coreProperties>
</file>